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721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57200"/>
            <a:ext cx="22860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292608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188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IoT Industrial · Deusto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IoT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de Flota Industrial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3291840"/>
            <a:ext cx="5029200" cy="27432"/>
          </a:xfrm>
          <a:prstGeom prst="rect">
            <a:avLst/>
          </a:prstGeom>
          <a:solidFill>
            <a:srgbClr val="1B2E45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Ochoa  ·  Oier Martinez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618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11887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reto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762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3017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3931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12618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04688" y="11887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Mapa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21762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04688" y="21031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30906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04688" y="3017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Despliegue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937760" y="40050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04688" y="3931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&amp; Mejoras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Reto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73152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051560"/>
            <a:ext cx="6217920" cy="1371600"/>
          </a:xfrm>
          <a:prstGeom prst="rect">
            <a:avLst/>
          </a:prstGeom>
          <a:solidFill>
            <a:srgbClr val="1B2E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1430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plataforma de monitorización en tiempo real de una flota de vehículos industriales usando el stack ELK completo.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 del reto cubiertos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3017520"/>
            <a:ext cx="228600" cy="2286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9443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nodo Elasticsearch 8 + 1 nodo Kibana vía Docker Compose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3520440"/>
            <a:ext cx="228600" cy="2286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4472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insertados via Logstash con pipeline de filtros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4023360"/>
            <a:ext cx="228600" cy="2286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9502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6 gráficos + mapa GPS en tiempo real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1737360"/>
          </a:xfrm>
          <a:prstGeom prst="rect">
            <a:avLst/>
          </a:prstGeom>
          <a:solidFill>
            <a:srgbClr val="0077A8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camiones GPS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(Dockerizado)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2011680" cy="1737360"/>
          </a:xfrm>
          <a:prstGeom prst="rect">
            <a:avLst/>
          </a:prstGeom>
          <a:solidFill>
            <a:srgbClr val="F4BD19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TCP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&amp; validación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2011680" cy="1737360"/>
          </a:xfrm>
          <a:prstGeom prst="rect">
            <a:avLst/>
          </a:prstGeom>
          <a:solidFill>
            <a:srgbClr val="00BFB3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· Index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geo_point mapping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14032" y="1005840"/>
            <a:ext cx="2011680" cy="1737360"/>
          </a:xfrm>
          <a:prstGeom prst="rect">
            <a:avLst/>
          </a:prstGeom>
          <a:solidFill>
            <a:srgbClr val="E8478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Mapa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04288" y="1874520"/>
            <a:ext cx="512064" cy="0"/>
          </a:xfrm>
          <a:prstGeom prst="line">
            <a:avLst/>
          </a:prstGeom>
          <a:noFill/>
          <a:ln w="31750">
            <a:solidFill>
              <a:srgbClr val="0D1B2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90288" y="1874520"/>
            <a:ext cx="512064" cy="0"/>
          </a:xfrm>
          <a:prstGeom prst="line">
            <a:avLst/>
          </a:prstGeom>
          <a:noFill/>
          <a:ln w="31750">
            <a:solidFill>
              <a:srgbClr val="0D1B2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76288" y="1874520"/>
            <a:ext cx="512064" cy="0"/>
          </a:xfrm>
          <a:prstGeom prst="line">
            <a:avLst/>
          </a:prstGeom>
          <a:noFill/>
          <a:ln w="31750">
            <a:solidFill>
              <a:srgbClr val="0D1B2A"/>
            </a:solidFill>
            <a:prstDash val="solid"/>
            <a:tailEnd type="triangle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17520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orquestado con Docker Compose — arranque con un solo comando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6393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arranque garantizado por healthchecks de Docker: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healthy  →  Setup (usuarios + index template)  →  Kibana healthy  →  Logstash  →  Simulador  →  Kibana Setup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743200" cy="16459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FB3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2743200" cy="109728"/>
          </a:xfrm>
          <a:prstGeom prst="rect">
            <a:avLst/>
          </a:prstGeom>
          <a:solidFill>
            <a:srgbClr val="00BFB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70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distribuida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+ geo_point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743200" cy="1645920"/>
          </a:xfrm>
          <a:prstGeom prst="rect">
            <a:avLst/>
          </a:prstGeom>
          <a:solidFill>
            <a:srgbClr val="1B2E45"/>
          </a:solidFill>
          <a:ln w="12700">
            <a:solidFill>
              <a:srgbClr val="F4BD1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05840"/>
            <a:ext cx="2743200" cy="109728"/>
          </a:xfrm>
          <a:prstGeom prst="rect">
            <a:avLst/>
          </a:prstGeom>
          <a:solidFill>
            <a:srgbClr val="F4BD19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170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TCP → 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validación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05840"/>
            <a:ext cx="2743200" cy="1645920"/>
          </a:xfrm>
          <a:prstGeom prst="rect">
            <a:avLst/>
          </a:prstGeom>
          <a:solidFill>
            <a:srgbClr val="1B2E45"/>
          </a:solidFill>
          <a:ln w="12700">
            <a:solidFill>
              <a:srgbClr val="E8478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005840"/>
            <a:ext cx="2743200" cy="109728"/>
          </a:xfrm>
          <a:prstGeom prst="rect">
            <a:avLst/>
          </a:prstGeom>
          <a:solidFill>
            <a:srgbClr val="E8478B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170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Mapas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926080"/>
            <a:ext cx="2743200" cy="164592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926080"/>
            <a:ext cx="27432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90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completa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 &amp; orden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926080"/>
            <a:ext cx="2743200" cy="1645920"/>
          </a:xfrm>
          <a:prstGeom prst="rect">
            <a:avLst/>
          </a:prstGeom>
          <a:solidFill>
            <a:srgbClr val="1B2E45"/>
          </a:solidFill>
          <a:ln w="12700">
            <a:solidFill>
              <a:srgbClr val="3776A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926080"/>
            <a:ext cx="2743200" cy="109728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090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dockerizado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País Vasco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926080"/>
            <a:ext cx="2743200" cy="1645920"/>
          </a:xfrm>
          <a:prstGeom prst="rect">
            <a:avLst/>
          </a:prstGeom>
          <a:solidFill>
            <a:srgbClr val="1B2E45"/>
          </a:solidFill>
          <a:ln w="12700">
            <a:solidFill>
              <a:srgbClr val="6E549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926080"/>
            <a:ext cx="2743200" cy="109728"/>
          </a:xfrm>
          <a:prstGeom prst="rect">
            <a:avLst/>
          </a:prstGeom>
          <a:solidFill>
            <a:srgbClr val="6E549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090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en .gitignore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con permisos diferenciados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5146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017520" y="1371600"/>
            <a:ext cx="25146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6324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1371600"/>
            <a:ext cx="25146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371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920240"/>
            <a:ext cx="2514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920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17520" y="1920240"/>
            <a:ext cx="2514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63240" y="1920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77840" y="1920240"/>
            <a:ext cx="2514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1920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 al sistema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468880"/>
            <a:ext cx="2514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017520" y="2468880"/>
            <a:ext cx="2514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63240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577840" y="2468880"/>
            <a:ext cx="2514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23560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 — dashboards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017520"/>
            <a:ext cx="2514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3017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017520" y="3017520"/>
            <a:ext cx="2514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63240" y="3017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(DLS)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577840" y="3017520"/>
            <a:ext cx="2514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23560" y="3017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 vehículo asignado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611880"/>
            <a:ext cx="7955280" cy="134416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9228" y="354787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Document Level Security (DLS) — Funcionalidad avanzada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55172" y="378431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"conductor" usa una query dinámica con {{_user.full_name}} — cada conductor solo ve los documentos donde el campo "driver" coincide con su nombre. Requiere licencia Trial (activada automáticamente en el setup).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" y="43159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Contraseñas en .env · .gitignore configurado · .env.example incluido para el equipo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78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Mapa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743200" cy="1691640"/>
          </a:xfrm>
          <a:prstGeom prst="rect">
            <a:avLst/>
          </a:prstGeom>
          <a:solidFill>
            <a:srgbClr val="1B2E45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activos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alertas en curso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743200" cy="1691640"/>
          </a:xfrm>
          <a:prstGeom prst="rect">
            <a:avLst/>
          </a:prstGeom>
          <a:solidFill>
            <a:srgbClr val="1B2E45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en tiempo real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5 segundos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005840"/>
            <a:ext cx="2743200" cy="1691640"/>
          </a:xfrm>
          <a:prstGeom prst="rect">
            <a:avLst/>
          </a:prstGeom>
          <a:solidFill>
            <a:srgbClr val="1B2E45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143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por vehículo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 largo del tiempo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2743200" cy="1691640"/>
          </a:xfrm>
          <a:prstGeom prst="rect">
            <a:avLst/>
          </a:prstGeom>
          <a:solidFill>
            <a:srgbClr val="1B2E45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886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del motor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vehículo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880360"/>
            <a:ext cx="2743200" cy="1691640"/>
          </a:xfrm>
          <a:prstGeom prst="rect">
            <a:avLst/>
          </a:prstGeom>
          <a:solidFill>
            <a:srgbClr val="1B2E45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⛽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3756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886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combustible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880360"/>
            <a:ext cx="2743200" cy="1691640"/>
          </a:xfrm>
          <a:prstGeom prst="rect">
            <a:avLst/>
          </a:prstGeom>
          <a:solidFill>
            <a:srgbClr val="1B2E45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6364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886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completo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flota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8321040" cy="11704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1247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Velocidad Excesiva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54880" y="1143000"/>
            <a:ext cx="3749040" cy="3200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</p:spPr>
      </p:sp>
      <p:sp>
        <p:nvSpPr>
          <p:cNvPr id="7" name="Text 4"/>
          <p:cNvSpPr/>
          <p:nvPr/>
        </p:nvSpPr>
        <p:spPr>
          <a:xfrm>
            <a:off x="475488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speed_kmh &gt; 120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5270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 cuando un vehículo supera 120 km/h. Evaluación cada 10 segundos sobre ventana de 1 minuto.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350008"/>
            <a:ext cx="8321040" cy="117043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Motor Recalentado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441448"/>
            <a:ext cx="3749040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2441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engine_temp_c &gt; 100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825496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del motor por encima de 100°C. El campo temp_status (calculado en Logstash) también lo refleja.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648456"/>
            <a:ext cx="8321040" cy="1170432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7216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  Combustible Crítico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754880" y="3739896"/>
            <a:ext cx="3749040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37398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fuel_level_pct &lt; 10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4123944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combustible por debajo del 10%. Generado automáticamente por el simulador de flota.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Despliegue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Zero-Touch — un solo comando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8321040" cy="594360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2194560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arranca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4414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confirma disponibilidad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761488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157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automático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00837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roles DLS, index template + licencia Trial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328416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2826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arranca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5753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healthcheck de 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895344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895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8496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Python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14223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camiones enviando datos GPS a Logstash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462272"/>
            <a:ext cx="411480" cy="4114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462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4165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Setup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7091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index pattern, dashboard, mapa y alertas vía API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Encontrados &amp; Mejoras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Retos encontrados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3560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nativa ES8: setup de usuarios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arrancar Kibana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02336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0428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geo_point: el simulador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enviaba datos antes del index template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402336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7296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Docker: healthchecks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para orden de arranque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402336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04164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Kibana: Terms buckets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ordenables por Top Hits metrics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Posibles mejoras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11480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43560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reales via MQTT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(broker Mosquitto)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411480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30428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Kibana integrado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411480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7296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Geofencing: alertas al salir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zona permitida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023360"/>
            <a:ext cx="411480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0416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Elastic Cloud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AWS para producción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188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IoT — Monitorización de Flota Industrial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Ochoa  ·  Oier Martinez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3566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92608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3566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5488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3566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58368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655</Words>
  <Application>Microsoft Office PowerPoint</Application>
  <PresentationFormat>Presentación en pantalla (16:9)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 IoT - Monitorización de Flota Industrial</dc:title>
  <dc:subject>PptxGenJS Presentation</dc:subject>
  <dc:creator>Jon Ochoa &amp; Oier Martinez</dc:creator>
  <cp:lastModifiedBy>OCHOA CEREZO, JON</cp:lastModifiedBy>
  <cp:revision>2</cp:revision>
  <dcterms:created xsi:type="dcterms:W3CDTF">2026-05-14T07:48:52Z</dcterms:created>
  <dcterms:modified xsi:type="dcterms:W3CDTF">2026-05-14T07:57:42Z</dcterms:modified>
</cp:coreProperties>
</file>